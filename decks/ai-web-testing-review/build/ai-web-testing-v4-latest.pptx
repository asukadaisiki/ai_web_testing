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增强型 Web UI 自动化测试平台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面向评委自主阅读的项目展示材料｜AI Planning + DSL + Playwright Runner + Evidence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303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封面使用真实工作台截图，强调项目已形成可演示产品链路。GitHub 仓库地址放在底部技术栈下方。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619" y="749808"/>
            <a:ext cx="5277561" cy="292608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7" name="Picture 6" descr="Snipaste_2026-05-13_19-48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13" y="3840480"/>
            <a:ext cx="4158372" cy="21945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FastAPI  ·  React/Vite  ·  Playwright  ·  AI DSL  ·  DOM Locator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2563EB"/>
                </a:solidFill>
                <a:latin typeface="Microsoft YaHei Light"/>
                <a:ea typeface="Microsoft YaHei Light"/>
                <a:cs typeface="Microsoft YaHei Light"/>
              </a:rPr>
              <a:t>GitHub: https://github.com/Asukadaisiki/AI_Web_Testing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阅读导览：这份材料回答四个评审问题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本版不是路演提词器，而是可独立阅读的技术与商业说明。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传统自动化 60% 的 QA 工时消耗在脚本维护上，40% 的 CI 失败源于测试不稳定而非真实缺陷（Forge-Quality 2025）。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先生成 DSL 草案再由人工审查；后端 Playwright Runner 确定性执行；DOM 语义定位优先——基于 ARIA role、label、text 等 W3C 标准定位，不再依赖脆弱的 CSS/XPath。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用在哪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Web 系统冒烟测试、发布前核心路径回归、测试资产 Project/Case/Run 三级结构化沉淀。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值不值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仅用于规划/DSL 生成/疑难定位，常规执行零 LLM 成本；自愈定位可减少 50-60% 维护时间（Alibaba 案例：维护从 4h 降到 15min）。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2025 年 Playwright 已占 npm 周下载 33M+、新项目采用率 45.1%、开发者留存率 94%——本项目以 Playwright 为执行基座，站在最活跃的自动化生态上。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创意背景：AI 自动化测试需要“可控”，不只是“能点页面”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通用浏览器 Agent 的灵活性很强，但正式测试结果需要可审查、可复跑、可追踪。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传统 UI 自动化的痛点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81447" cy="29718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门槛高：测试人员需同时掌握 Playwright/Cypress API、CSS/XPath 选择器和断言编程，招聘和培训成本大。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定位脆弱：页面 DOM 结构微调、动态 class 名、列表顺序变化，就可能导致脚本批量失效，维护负担极重。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失败难复盘：传统报告只有 pass/fail + 单张截图，缺少 DOM 快照、候选定位路径、控制台日志和网络请求上下文。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资产难沉淀：测试脚本散落在代码仓库，缺乏统一的项目→用例→执行三级管理，时间和人力成本难以度量。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纯 AI 浏览器 Agent 的风险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828800"/>
            <a:ext cx="5181447" cy="29718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输出不稳定：同一句自然语言指令可能产生不同操作路径，省略步骤、调换顺序或误改断言，不符合测试可复现性原则。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不可审计：AI 直接操控浏览器，决策过程不透明、操作记录无法版本化、出问题时难以回溯到底是哪一步判断出错。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成本不可控：每一步页面理解和动作决策都需调用 LLM，单次回归几十个步骤叠加下来，大模型费用远超人工或脚本。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缺乏工程治理：Agent 把 AI 推理和执行混在一起，无法对接 CI/CD、权限体系、测试资产管理和合规审计要求。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11185855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本项目的切入点：将 AI 限定在规划和疑难分析环节，让结构化 DSL 和后端确定性 Runner 作为正式执行的唯一入口，用步骤级证据报告替代 Agent 黑盒推理。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与主流 AI 浏览器 Agent 的方案差异：治理优先，而非自主优先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2026 年 Web Bench 基准显示，最强 Agent 在写操作任务上的自主成功率也不足 47%。本项目选择了一条不同的路。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878"/>
                <a:gridCol w="4698059"/>
                <a:gridCol w="4809917"/>
              </a:tblGrid>
              <a:tr h="49149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 AI Agent（Browser Use / Skyvern / Mariner）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本项目（AI Testing Platform）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核心范式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目标驱动：给定自然语言指令，AI 自主规划并操控浏览器完成操作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工程驱动：AI 先生成结构化 DSL 草案，人工审查后由确定性 Runner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执行可靠性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同一指令可能产生不同操作路径；Web Bench 写任务最高 46.6%，读任务约 75%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同一条 DSL 始终产生相同步骤序列；Playwright Runner 执行确定性 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每一步页面理解和动作决策都调用 LLM；Browser Use v0.12 优化后仍 ~2,400 tokens/步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只在规划、DSL 生成和疑难定位时调用 LLM；常规回归执行零 LLM 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测试资产管理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对话历史 / 执行录像，难以版本化和 CI/CD 集成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 → Case → Run 三级结构化存储，可版本化、可编辑、可批量编排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失败定位能力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需回放 Agent 思考链或录像，决策过程不透明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步骤级证据报告：截图、DOM 快照、候选定位路径、最终命中元素和控制台日志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人工介入方式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重新描述需求，重新执行；上次经验不会自动沉淀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定位修正记录沉淀为 Tier 0 优先匹配资产；修正次数越多定位越准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149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探索性操作、一次性数据采集、页面内容提取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冒烟测试、发布前核心路径回归、持续集成中的确定性验证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4924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数据来源：Web Bench (Skyvern, 2026.2)、WebVoyager Benchmark、Browser Use v0.12 CDP 架构文档。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一句话总结：主流 Agent 追求「AI 自主完成操作」，本项目追求「AI 辅助生成可审查的测试资产并由确定性引擎执行」。两者目标不同，架构选择也不同。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项目目标：形成从需求到报告的自动化测试闭环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目标不是生成一次性脚本，而是沉淀可复用的测试资产。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595"/>
                <a:gridCol w="2908322"/>
                <a:gridCol w="3579473"/>
                <a:gridCol w="2796463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平台处理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需求收集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业务目标、入口 URL、测试数据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Planning 结构化提取需求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测试目标与关键断言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用例生成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自然语言需求与页面探索结果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生成 DSL 草案并经过校验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可审查测试用例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Playwright Runner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步骤结果与运行状态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截图、DOM、日志、定位 trace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Reporter 聚合结构化 JSON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可读报告与后续分析数据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失败记录与人工修正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定位修正复用、AI 生成规则优化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更稳定的回归链路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来源：项目 README、AGENTS.md 与 docs/project-plan.md 中的架构规则整理。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关键边界：前端只负责交互与展示，正式执行结果始终以后端 Runner 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1：AI 规划工作台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截图展示了需求收集、工具调用、测试点生成和 DSL 草案区域。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6/17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2646"/>
            <a:ext cx="5928503" cy="3286986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可读信息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评委可直接看到被测系统、业务目标、入口 URL、核心流程、关键断言和测试账号。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Agent 调用 create_project、explore_flow 等工具采集页面信息，而不是凭空生成脚本。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规划被放在平台流程里，后续草案仍需保存为用例并由后端执行。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该页证明项目已具备“AI 对话式规划 + 工具调用 + 测试草案生成”的可视化闭环。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2：复测与失败迭代闭环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自动化测试平台真正的价值在于持续复测、分析失败并沉淀改进。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7/17</a:t>
            </a:r>
          </a:p>
        </p:txBody>
      </p:sp>
      <p:pic>
        <p:nvPicPr>
          <p:cNvPr id="6" name="Picture 5" descr="Snipaste_2026-05-13_19-48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0607"/>
            <a:ext cx="5928503" cy="3111065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失败不是终点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截图中可以看到同一测试从 failed 到 passed 的迭代记录，说明平台支持真实调试过程。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问题可分类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失败可区分 assertion、runner 等类型，为定位 DSL、数据隔离或执行器问题提供依据。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评审重点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项目已经进入工程闭环阶段，而非停留在静态原型或单次演示。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3：用例中心与测试资产管理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生成结果最终沉淀为项目级测试资产，支持后续执行和维护。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8/17</a:t>
            </a:r>
          </a:p>
        </p:txBody>
      </p:sp>
      <p:pic>
        <p:nvPicPr>
          <p:cNvPr id="6" name="Picture 5" descr="Snipaste_2026-05-13_19-48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30119"/>
            <a:ext cx="5928503" cy="315204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资产结构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当前平台采用 Project -&gt; Case -&gt; Run 的结构，便于按项目管理测试用例和执行历史。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业务示例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截图中的 login-brand-filter-cart 用例覆盖登录、品牌筛选、购物车、价格与数量断言。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平台价值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用例不是临时 prompt，而是可保存、可编辑、可复跑的自动化测试资产。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4：结构化 DSL 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通过稳定动作集合表达测试流程，保证 AI 生成结果可审查、可修改、可执行。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9/17</a:t>
            </a:r>
          </a:p>
        </p:txBody>
      </p:sp>
      <p:pic>
        <p:nvPicPr>
          <p:cNvPr id="6" name="Picture 5" descr="Snipaste_2026-05-13_19-48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382"/>
            <a:ext cx="5928503" cy="3117514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动作受控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第一阶段动作集合保持小而稳定，例如 goto、click、input、wait_for、assert_text。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变量复用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支持 ${login_email}、${login_password} 等变量，占位数据可在执行时替换。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执行可信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所有正式测试执行都基于结构化 DSL，而不是直接把自然语言交给浏览器。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DSL 是本项目控制 AI 不确定性的关键工艺层。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技术创新点：混合定位系统降低 UI 自动化脆弱性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2026 年学术研究证实：DOM 语义定位优先 + 自愈机制可修复 95%+ 定位失效，维护时间从小时级降到分钟级。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10/17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444"/>
                <a:gridCol w="2013453"/>
                <a:gridCol w="4026907"/>
                <a:gridCol w="3915049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工作原理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行业对标数据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人工修正沉淀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历史确认过的 selector 优先复用，修正即资产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定位修正复用率每增加 1 次，后续同类场景定位成功率提升至接近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DOM 语义定位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 W3C ARIA role、label、placeholder、text 等标准属性召回候选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arXiv 2026：语义定位链 (role+label+text) 在 300+ 用例中通过率 100%，零 LLM 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1.5/2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上下文增强定位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支持商品右侧按钮、表单第一个输入框等语义空间关系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解决同页同名按钮和动态列表场景——传统 CSS/XPath 在此类场景失败率超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Visual 兜底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截图交 VLM 返回目标 bbox，再反向查询 DOM 获取交互元素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Salesforce GTA-1 (2025): ScreenSpot-v2 基准 96% 准确率；但 ScreenSpot-Pro 高分屏仅 47.5%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结构化干预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记录完整现场：截图+URL+DOM快照+候选列表+失败原因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腾讯案例：三级自愈中间件将 UI 验证稳定性从 41% 提升至 96.5%，排障从 47min 降到 6min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数据来源：arXiv 2603.20358 (Zero-Cost Self-Healing via DOM Accessibility Tree)、Alibaba ONNX 语义匹配案例 (2026)、腾讯 3 级自愈中间件案例 (2026)、Salesforce GTA-1 ScreenSpot-v2 基准。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相比纯脚本定位，它更能适应页面变化；相比纯视觉定位，它成本更低、解释性更强、更适合持续集成中的确定性验证。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5：步骤级证据报告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Forge-Quality 2025 研究：传统报告每次失败排障平均 30+ 分钟，年浪费 $67K-89K 在误报排查上。步骤级证据直击痛点。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11/17</a:t>
            </a:r>
          </a:p>
        </p:txBody>
      </p:sp>
      <p:pic>
        <p:nvPicPr>
          <p:cNvPr id="6" name="Picture 5" descr="Snipaste_2026-05-13_19-49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3505"/>
            <a:ext cx="5928503" cy="3445269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步骤编号、动作类型、目标文本、耗时、截图、断言结果和页面状态。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排障价值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失败时可以看到发生在哪一步、页面实际长什么样、断言目标是否匹配。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AI 分析基础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结构化报告未来可输入 AI 失败分析模块，自动判断数据、定位、断言或环境问题。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6：项目级报告中心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从单次执行上升到项目维度质量观察。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12/17</a:t>
            </a:r>
          </a:p>
        </p:txBody>
      </p:sp>
      <p:pic>
        <p:nvPicPr>
          <p:cNvPr id="6" name="Picture 5" descr="Snipaste_2026-05-13_19-48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41771"/>
            <a:ext cx="5928503" cy="3128737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当前能力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项目级统计、执行列表、失败类型标签、历史执行记录和详情跳转。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管理价值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团队可以从执行历史中观察回归稳定性，而不只是查看单次脚本输出。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扩展方向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后续可加入趋势图、失败原因聚合、AI 失败分析和批量回归编排。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应用场景与推广计划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先服务高频 Web 回归，再沉淀行业模板和企业化能力。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13/17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/>
                <a:gridCol w="2796463"/>
                <a:gridCol w="3579473"/>
                <a:gridCol w="2796463"/>
              </a:tblGrid>
              <a:tr h="484632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主推能力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 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评委、同学、测试开发学习者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规划、用例执行、步骤证据报告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能否独立看懂并复现完整链路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团队试用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中小研发团队、QA 团队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项目级用例管理、核心路径回归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脚本编写时间和回归时间下降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电商、SaaS、后台系统团队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登录、表单、购物车、筛选查询等模板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新项目自动化启动时间缩短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有内网系统和合规需求的企业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私有化部署、权限、CI/CD、报告分析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发布质量和缺陷排查效率提升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来源：基于项目当前能力、目标用户与推广路径的规划性分析。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最适合切入的早期场景：Web 系统冒烟测试、发布前核心路径回归、测试资产沉淀。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成本数据分析：成本可控来自 DOM 优先 + AI 按需调用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VirtuosoQA 2025 研究：AI 测试自动化实现 1,160% ROI，年度运营成本比手动测试降低 86%。以下为评审估算口径。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/>
                <a:gridCol w="5257351"/>
                <a:gridCol w="3915049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成本项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估算口径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名全栈/测试开发，3-6 个月完成 MVP 到可演示闭环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优先打通 DSL -&gt; Runner -&gt; Evidence -&gt; Report 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阶段 2C4G 云主机 + 数据库 + 对象存储，约 200-800 元/月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低并发先单机部署，后续再横向扩展执行器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调用成本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主要发生在规划、DSL 生成、疑难定位和失败分析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常规执行不依赖 LLM，DOM 定位优先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浏览器执行成本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Playwright 执行消耗 CPU/内存，取决于并发数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通过队列和并发上限控制资源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 摘要、日志和 JSON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按项目和时间设置报告保留策略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说明：成本为 MVP/试用阶段估算口径，实际金额需按部署规模、模型选择与报告保留策略调整。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架构上避免“每一步都靠大模型”，因此比纯视觉 Agent 更适合长期自动化测试运行。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投资回报与商业化分析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测试自动化市场 2025 年已达 $8.81B，预计 2032 年 $35.96B（CAGR 22.3%）。价值来自减少重复回归、降低脚本维护和缩短失败排查时间。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36"/>
                <a:gridCol w="5369210"/>
                <a:gridCol w="4026907"/>
              </a:tblGrid>
              <a:tr h="484632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行业数据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本项目收益判断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人工回归成本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Virtuoso (2025)：中型团队月度手动回归成本约 $50K-93K；企业级年损耗 $1M+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若平台覆盖 50%-70% 重复回归，每月可节省约 ¥3200-4480 元（小团队口径）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脚本维护负担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传统自动化 60% 的 QA 工作量花在维护上；AI 自愈定位可将维护降至 ~5%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混合定位 Tier 0 人工修正沉淀 + DOM 语义定位，减少页面变更导致的重复维护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失败排查效率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Forge-Quality (2025)：每次失败平均排障 30+ 分钟；年浪费 $67K-89K 在误报排查上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步骤级证据（截图+DOM+候选定位+日志）让问题更快归因到数据、断言、定位或环境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商业落地路径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已落地案例：Wix 用 AI 视觉测试将 QA 从 70h 降至 5h；TreviPay 维护减半扩至 1000+ 用例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适合从中小团队 SaaS 订阅、测试服务套餐和 CI/CD 集成切入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数据来源：MarketsandMarkets AI Test Automation Report (2025)、VirtuosoQA ROI Calculator (2025)、Forge-Quality AI Testing Report (2025)。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当团队存在稳定 Web 产品、频繁发布和重复回归时，本项目具备清晰投入回报逻辑。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后续路线图：从可演示闭环走向团队级质量平台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下一阶段重点不再是堆功能，而是稳定性、样本规模和企业化能力。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625013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稳定执行链路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继续优化 AI Planning、DSL 生成质量和 Windows/Playwright worker 兼容问题。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6533" y="1371600"/>
            <a:ext cx="2625013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6533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693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增强报告分析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693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加入失败原因聚合、趋势分析、AI 失败归因和历史对比。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1371600"/>
            <a:ext cx="2625013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7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批量回归编排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基于 Project -&gt; Case 增加队列、批量执行、失败重跑和结果对比。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761" y="1371600"/>
            <a:ext cx="2625013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761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921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企业化交付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921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权限分层、账号管理、CI/CD 集成、私有化部署和行业模板。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阶段判断：项目已经具备评审展示所需的完整链路，下一步应证明稳定性和真实团队使用价值。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总结：本项目的核心价值是“AI + 测试工程治理”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参与规划和分析，结构化 DSL 与后端 Runner 保证执行可信。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17/17</a:t>
            </a:r>
          </a:p>
        </p:txBody>
      </p:sp>
      <p:pic>
        <p:nvPicPr>
          <p:cNvPr id="6" name="Picture 5" descr="Snipaste_2026-05-13_19-47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35279"/>
            <a:ext cx="5928503" cy="31417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技术完整性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Planning、DSL、Runner、Locator、Reporter 已形成端到端链路。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创新合理性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DOM 优先、视觉兜底、人工修正沉淀，比纯脚本和纯 Agent 更适合测试场景。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商业可行性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面向高频 Web 回归、自动化起步团队和测试服务交付，有明确成本节省空间。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一句话：这不是让 AI 随机操作网页，而是把 AI 放进可审查、可执行、可复盘的自动化测试闭环。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
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5486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增强型 Web UI 自动化测试平台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面向评委自主阅读的项目展示材料｜AI Planning + DSL + Playwright Runner + Evidence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53035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封面使用真实工作台截图，强调项目已形成可演示产品链路。</a:t>
            </a:r>
          </a:p>
        </p:txBody>
      </p:sp>
      <p:pic>
        <p:nvPicPr>
          <p:cNvPr id="6" name="Picture 5" descr="Snipaste_2026-05-13_19-48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619" y="749808"/>
            <a:ext cx="5277561" cy="292608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pic>
        <p:nvPicPr>
          <p:cNvPr id="7" name="Picture 6" descr="Snipaste_2026-05-13_19-48-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213" y="3840480"/>
            <a:ext cx="4158372" cy="21945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59893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FastAPI  ·  React/Vite  ·  Playwright  ·  AI DSL  ·  DOM Locator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阅读导览：这份材料回答四个评审问题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本版不是路演提词器，而是可独立阅读的技术与商业说明。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2/16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55767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为什么做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81447" cy="9144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传统 UI 自动化脚本维护重、定位不稳、失败难复盘。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71800"/>
            <a:ext cx="5455767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怎么做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5181447" cy="9144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规划生成 DSL，后端 Playwright 执行，DOM 优先定位。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371600"/>
            <a:ext cx="5455767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1463040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用在哪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1828800"/>
            <a:ext cx="5181447" cy="9144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Web 系统冒烟测试、回归测试、测试资产沉淀。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971800"/>
            <a:ext cx="5455767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3063240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值不值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3429000"/>
            <a:ext cx="5181447" cy="9144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用 LLM 只做规划/疑难分析，常规执行成本可控。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建议阅读路径：先看 3-4 页理解价值，再看 5-11 页看功能和技术证据，最后看 12-14 页判断应用与投入价值。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创意背景：AI 自动化测试需要“可控”，不只是“能点页面”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通用浏览器 Agent 的灵活性很强，但正式测试结果需要可审查、可复跑、可追踪。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3/16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55767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传统 UI 自动化的痛点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81447" cy="29718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测试脚本编写门槛高，测试人员需要理解 Playwright、选择器和断言逻辑。</a:t>
            </a:r>
          </a:p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页面轻微改版、同名按钮或动态内容会导致定位失效。</a:t>
            </a:r>
          </a:p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失败报告常停留在 pass/fail，缺少 DOM、截图、定位路径等证据。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371600"/>
            <a:ext cx="5455767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167" y="1463040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纯 AI 浏览器 Agent 的风险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1828800"/>
            <a:ext cx="5181447" cy="29718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自然语言输出不稳定，可能省略步骤、修改断言或直接误操作。</a:t>
            </a:r>
          </a:p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若 AI 直接控制浏览器，测试资产难以版本化和审查。</a:t>
            </a:r>
          </a:p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每一步都依赖大模型会带来高成本、高延迟和不稳定性。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029200"/>
            <a:ext cx="11185855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本项目的创意切入点：让 AI 负责规划和草案，让 DSL 与 Runner 负责正式执行，让报告负责证据化复盘。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项目目标：形成从需求到报告的自动化测试闭环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目标不是生成一次性脚本，而是沉淀可复用的测试资产。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4/16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595"/>
                <a:gridCol w="2908322"/>
                <a:gridCol w="3579473"/>
                <a:gridCol w="2796463"/>
              </a:tblGrid>
              <a:tr h="487680"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平台处理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需求收集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业务目标、入口 URL、测试数据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Planning 结构化提取需求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测试目标与关键断言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用例生成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自然语言需求与页面探索结果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生成 DSL 草案并经过校验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可审查测试用例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 DSL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 Playwright Runner 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步骤结果与运行状态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证据沉淀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截图、DOM、日志、定位 trace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Reporter 聚合结构化 JSON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可读报告与后续分析数据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失败记录与人工修正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定位修正复用、AI 生成规则优化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更稳定的回归链路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43400"/>
            <a:ext cx="11185855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来源：项目 README、AGENTS.md 与 docs/project-plan.md 中的架构规则整理。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关键边界：前端只负责交互与展示，正式执行结果始终以后端 Runner 为准。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1：AI 规划工作台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截图展示了需求收集、工具调用、测试点生成和 DSL 草案区域。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5/16</a:t>
            </a:r>
          </a:p>
        </p:txBody>
      </p:sp>
      <p:pic>
        <p:nvPicPr>
          <p:cNvPr id="6" name="Picture 5" descr="Snipaste_2026-05-13_19-48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62646"/>
            <a:ext cx="5928503" cy="3286986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705743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2903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可读信息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2903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评委可直接看到被测系统、业务目标、入口 URL、核心流程、关键断言和测试账号。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743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2903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2903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Agent 调用 create_project、explore_flow 等工具采集页面信息，而不是凭空生成脚本。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743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2903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工程意义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2903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规划被放在平台流程里，后续草案仍需保存为用例并由后端执行。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该页证明项目已具备“AI 对话式规划 + 工具调用 + 测试草案生成”的可视化闭环。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2：复测与失败迭代闭环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自动化测试平台真正的价值在于持续复测、分析失败并沉淀改进。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6/16</a:t>
            </a:r>
          </a:p>
        </p:txBody>
      </p:sp>
      <p:pic>
        <p:nvPicPr>
          <p:cNvPr id="6" name="Picture 5" descr="Snipaste_2026-05-13_19-48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50607"/>
            <a:ext cx="5928503" cy="3111065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705743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2903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失败不是终点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2903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截图中可以看到同一测试从 failed 到 passed 的迭代记录，说明平台支持真实调试过程。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743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2903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问题可分类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2903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失败可区分 assertion、runner 等类型，为定位 DSL、数据隔离或执行器问题提供依据。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743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2903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评审重点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2903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项目已经进入工程闭环阶段，而非停留在静态原型或单次演示。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3：用例中心与测试资产管理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生成结果最终沉淀为项目级测试资产，支持后续执行和维护。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7/16</a:t>
            </a:r>
          </a:p>
        </p:txBody>
      </p:sp>
      <p:pic>
        <p:nvPicPr>
          <p:cNvPr id="6" name="Picture 5" descr="Snipaste_2026-05-13_19-48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271" y="1830119"/>
            <a:ext cx="5928503" cy="315204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502920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资产结构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当前平台采用 Project -&gt; Case -&gt; Run 的结构，便于按项目管理测试用例和执行历史。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业务示例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截图中的 login-brand-filter-cart 用例覆盖登录、品牌筛选、购物车、价格与数量断言。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平台价值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用例不是临时 prompt，而是可保存、可编辑、可复跑的自动化测试资产。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4：结构化 DSL 编辑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通过稳定动作集合表达测试流程，保证 AI 生成结果可审查、可修改、可执行。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8/16</a:t>
            </a:r>
          </a:p>
        </p:txBody>
      </p:sp>
      <p:pic>
        <p:nvPicPr>
          <p:cNvPr id="6" name="Picture 5" descr="Snipaste_2026-05-13_19-48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47382"/>
            <a:ext cx="5928503" cy="3117514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705743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2903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动作受控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2903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第一阶段动作集合保持小而稳定，例如 goto、click、input、wait_for、assert_text。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743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2903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变量复用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2903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支持 ${login_email}、${login_password} 等变量，占位数据可在执行时替换。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743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2903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执行可信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2903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所有正式测试执行都基于结构化 DSL，而不是直接把自然语言交给浏览器。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DSL 是本项目控制 AI 不确定性的关键工艺层。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技术创新点：混合定位系统降低 UI 自动化脆弱性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定位链路采用 DOM 优先、视觉兜底、人工修正沉淀，而不是单一 CSS/XPath 或纯视觉 Agent。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9/16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161"/>
                <a:gridCol w="2460888"/>
                <a:gridCol w="3803190"/>
                <a:gridCol w="3467615"/>
              </a:tblGrid>
              <a:tr h="487680"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创新价值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Tier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人工修正记录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优先复用历史确认过的 selector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把一次人工修复变成长期资产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Tier 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DOM 语义定位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 role、label、placeholder、text、aria 等召回候选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成本低、速度快、可解释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Tier 1.5/2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上下文增强定位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支持“商品附近按钮”等语义关系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解决同名按钮和列表场景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Tier 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visual 兜底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截图交给 VLM 返回 bbox，再反查 DOM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 DOM 信息不足的疑难场景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Tier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人工干预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记录截图、URL、DOM、候选与失败原因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为复盘和后续修正提供证据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43400"/>
            <a:ext cx="11185855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来源：docs/hybrid-locate-and-intervention-design.md 与后端 locators/runners 模块设计。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相比纯脚本定位，它更能适应页面变化；相比纯视觉定位，它更低成本、更可解释、更适合测试工程。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5：步骤级证据报告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每一步都有截图和执行上下文，失败后可以复盘、定位和归因。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10/16</a:t>
            </a:r>
          </a:p>
        </p:txBody>
      </p:sp>
      <p:pic>
        <p:nvPicPr>
          <p:cNvPr id="6" name="Picture 5" descr="Snipaste_2026-05-13_19-49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83505"/>
            <a:ext cx="5928503" cy="3445269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705743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2903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2903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步骤编号、动作类型、目标文本、耗时、截图、断言结果和页面状态。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743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2903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排障价值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2903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失败时可以看到发生在哪一步、页面实际长什么样、断言目标是否匹配。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743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2903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AI 分析基础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2903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结构化报告未来可输入 AI 失败分析模块，自动判断数据、定位、断言或环境问题。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6：项目级报告中心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从单次执行上升到项目维度质量观察。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11/16</a:t>
            </a:r>
          </a:p>
        </p:txBody>
      </p:sp>
      <p:pic>
        <p:nvPicPr>
          <p:cNvPr id="6" name="Picture 5" descr="Snipaste_2026-05-13_19-48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271" y="1841771"/>
            <a:ext cx="5928503" cy="3128737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502920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当前能力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项目级统计、执行列表、失败类型标签、历史执行记录和详情跳转。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管理价值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团队可以从执行历史中观察回归稳定性，而不只是查看单次脚本输出。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扩展方向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后续可加入趋势图、失败原因聚合、AI 失败分析和批量回归编排。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应用场景与推广计划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先服务高频 Web 回归，再沉淀行业模板和企业化能力。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12/16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453"/>
                <a:gridCol w="2796463"/>
                <a:gridCol w="3579473"/>
                <a:gridCol w="2796463"/>
              </a:tblGrid>
              <a:tr h="484632"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目标用户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主推能力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验证指标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Demo 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评委、同学、测试开发学习者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规划、用例执行、步骤证据报告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能否独立看懂并复现完整链路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团队试用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中小研发团队、QA 团队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项目级用例管理、核心路径回归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脚本编写时间和回归时间下降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行业模板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电商、SaaS、后台系统团队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登录、表单、购物车、筛选查询等模板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新项目自动化启动时间缩短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企业化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有内网系统和合规需求的企业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私有化部署、权限、CI/CD、报告分析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发布质量和缺陷排查效率提升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840480"/>
            <a:ext cx="11185855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来源：基于项目当前能力、目标用户与推广路径的规划性分析。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最适合切入的早期场景：Web 系统冒烟测试、发布前核心路径回归、测试资产沉淀。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成本数据分析：成本可控来自“DOM 优先 + AI 按需调用”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以下为评审估算口径，实际部署可按并发、模型和报告留存周期替换。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13/16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453"/>
                <a:gridCol w="5257351"/>
                <a:gridCol w="3915049"/>
              </a:tblGrid>
              <a:tr h="487680"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成本项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估算口径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控制方式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名全栈/测试开发，3-6 个月完成 MVP 到可演示闭环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优先打通 DSL -&gt; Runner -&gt; Evidence -&gt; Report 主链路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服务器成本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阶段 2C4G 云主机 + 数据库 + 对象存储，约 200-800 元/月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低并发先单机部署，后续再横向扩展执行器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调用成本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主要发生在规划、DSL 生成、疑难定位和失败分析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常规执行不依赖 LLM，DOM 定位优先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浏览器执行成本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Playwright 执行消耗 CPU/内存，取决于并发数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通过队列和并发上限控制资源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截图、DOM 摘要、日志和 JSON 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按项目和时间设置报告保留策略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43400"/>
            <a:ext cx="11185855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说明：成本为 MVP/试用阶段估算口径，实际金额需按部署规模、模型选择与报告保留策略调整。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架构上避免“每一步都靠大模型”，因此比纯视觉 Agent 更适合长期自动化测试运行。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投资回报与商业化分析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价值来自减少重复回归、降低脚本维护和缩短失败排查时间。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14/16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3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453"/>
                <a:gridCol w="5369210"/>
                <a:gridCol w="3803190"/>
              </a:tblGrid>
              <a:tr h="484632"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示例/假设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 lIns="73152" rIns="73152" wrap="square"/>
                    <a:lstStyle/>
                    <a:p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收益判断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人工回归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团队每月 4 次发布，每次核心回归 2 人天，按 800 元/人天估算，月度人工回归约 6400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若平台覆盖 50%-70% 重复回归，每月可节省约 3200-4480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脚本维护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页面改版、同名按钮、动态内容导致定位失效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混合定位和人工修正沉淀可减少重复维护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失败排查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传统报告只给 pass/fail，定位失败原因依赖人工复现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步骤级证据让问题更快归因到数据、断言、定位或环境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商业模式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SaaS 订阅、私有化部署、测试服务套餐、CI/CD 集成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 lang="zh-CN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适合从中小团队试用和测试服务交付切入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840480"/>
            <a:ext cx="11185855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说明：ROI 为示例测算，用于展示评估方法；真实 ROI 需结合团队人力单价与回归频率。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当团队存在稳定 Web 产品、频繁发布和重复回归时，本项目具备清晰投入回报逻辑。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后续路线图：从可演示闭环走向团队级质量平台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下一阶段重点不再是堆功能，而是稳定性、样本规模和企业化能力。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15/16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2625013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625013" cy="30632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350693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稳定执行链路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350693" cy="256032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继续优化 AI Planning、DSL 生成质量和 Windows/Playwright worker 兼容问题。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6533" y="1371600"/>
            <a:ext cx="2625013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6533" y="1783080"/>
            <a:ext cx="2625013" cy="30632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693" y="1874519"/>
            <a:ext cx="2350693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增强报告分析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693" y="2240280"/>
            <a:ext cx="2350693" cy="256032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加入失败原因聚合、趋势分析、AI 失败归因和历史对比。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7" y="1371600"/>
            <a:ext cx="2625013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83080"/>
            <a:ext cx="2625013" cy="30632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7307" y="1874519"/>
            <a:ext cx="2350693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批量回归编排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240280"/>
            <a:ext cx="2350693" cy="256032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基于 Project -&gt; Case 增加队列、批量执行、失败重跑和结果对比。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3761" y="1371600"/>
            <a:ext cx="2625013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3761" y="1783080"/>
            <a:ext cx="2625013" cy="30632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921" y="1874519"/>
            <a:ext cx="2350693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企业化交付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0921" y="2240280"/>
            <a:ext cx="2350693" cy="256032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权限分层、账号管理、CI/CD 集成、私有化部署和行业模板。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阶段判断：项目已经具备评审展示所需的完整链路，下一步应证明稳定性和真实团队使用价值。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lang="zh-CN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总结：本项目的核心价值是“AI + 测试工程治理”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参与规划和分析，结构化 DSL 与后端 Runner 保证执行可信。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 lang="zh-CN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16/16</a:t>
            </a:r>
          </a:p>
        </p:txBody>
      </p:sp>
      <p:pic>
        <p:nvPicPr>
          <p:cNvPr id="6" name="Picture 5" descr="Snipaste_2026-05-13_19-47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271" y="1835279"/>
            <a:ext cx="5928503" cy="314172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502920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技术完整性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Planning、DSL、Runner、Locator、Reporter 已形成端到端链路。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创新合理性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DOM 优先、视觉兜底、人工修正沉淀，比纯脚本和纯 Agent 更适合测试场景。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lang="zh-CN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商业可行性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zh-CN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面向高频 Web 回归、自动化起步团队和测试服务交付，有明确成本节省空间。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lang="zh-CN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一句话：这不是让 AI 随机操作网页，而是把 AI 放进可审查、可执行、可复盘的自动化测试闭环。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